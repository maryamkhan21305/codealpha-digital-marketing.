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188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6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52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48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527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2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47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9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04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642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31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808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201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469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D31EDC6-018C-4D16-A70C-EB27EA86304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A0EACF1-9FD4-4D71-9030-51C668369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F7BCCB-671D-4221-5475-D47C6D054B11}"/>
              </a:ext>
            </a:extLst>
          </p:cNvPr>
          <p:cNvSpPr txBox="1"/>
          <p:nvPr/>
        </p:nvSpPr>
        <p:spPr>
          <a:xfrm>
            <a:off x="895349" y="2526397"/>
            <a:ext cx="10401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Title: </a:t>
            </a:r>
            <a:r>
              <a:rPr lang="en-US" sz="2800" dirty="0" err="1"/>
              <a:t>CodeAlpha</a:t>
            </a:r>
            <a:r>
              <a:rPr lang="en-US" sz="2800" dirty="0"/>
              <a:t> Digital Marketing Internship – Social Media Campaign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246D4-901F-36C9-A395-77A1EBC87D0F}"/>
              </a:ext>
            </a:extLst>
          </p:cNvPr>
          <p:cNvSpPr txBox="1"/>
          <p:nvPr/>
        </p:nvSpPr>
        <p:spPr>
          <a:xfrm>
            <a:off x="3900768" y="3746828"/>
            <a:ext cx="4202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Prepared by:</a:t>
            </a:r>
            <a:r>
              <a:rPr lang="en-US" sz="3200" dirty="0"/>
              <a:t> [Maryam]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80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EC8A-365D-5898-4252-E7ADDC13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Task 1 – Social Media Campaign Design (7-Day Content Calendar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6E27A61-9C0F-E0FC-EE45-74BE0282A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Day 1</a:t>
            </a:r>
            <a:endParaRPr lang="en-US" dirty="0"/>
          </a:p>
          <a:p>
            <a:r>
              <a:rPr lang="en-US" b="1" dirty="0"/>
              <a:t>Platform:</a:t>
            </a:r>
            <a:r>
              <a:rPr lang="en-US" dirty="0"/>
              <a:t> Instagram</a:t>
            </a:r>
          </a:p>
          <a:p>
            <a:r>
              <a:rPr lang="en-US" b="1" dirty="0"/>
              <a:t>Post Idea:</a:t>
            </a:r>
            <a:r>
              <a:rPr lang="en-US" dirty="0"/>
              <a:t> Introduction to </a:t>
            </a:r>
            <a:r>
              <a:rPr lang="en-US" dirty="0" err="1"/>
              <a:t>CodeAlpha</a:t>
            </a:r>
            <a:r>
              <a:rPr lang="en-US" dirty="0"/>
              <a:t> Internship</a:t>
            </a:r>
          </a:p>
          <a:p>
            <a:r>
              <a:rPr lang="en-US" b="1" dirty="0"/>
              <a:t>Caption:</a:t>
            </a:r>
            <a:r>
              <a:rPr lang="en-US" dirty="0"/>
              <a:t> “Kickstart your learning journey with </a:t>
            </a:r>
            <a:r>
              <a:rPr lang="en-US" dirty="0" err="1"/>
              <a:t>CodeAlpha</a:t>
            </a:r>
            <a:r>
              <a:rPr lang="en-US" dirty="0"/>
              <a:t>! Join us and gain practical experience.”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 #Internship #DigitalMarketing #CareerGrowth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063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CF7C-E93D-CC10-06CE-F5D34443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Day 2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930DC-CCAF-E11C-6B32-BADFA340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LinkedIn</a:t>
            </a:r>
          </a:p>
          <a:p>
            <a:r>
              <a:rPr lang="en-US" b="1" dirty="0"/>
              <a:t>Post Idea:</a:t>
            </a:r>
            <a:r>
              <a:rPr lang="en-US" dirty="0"/>
              <a:t> Benefits of Digital Marketing Internship</a:t>
            </a:r>
          </a:p>
          <a:p>
            <a:r>
              <a:rPr lang="en-US" b="1" dirty="0"/>
              <a:t>Caption:</a:t>
            </a:r>
            <a:r>
              <a:rPr lang="en-US" dirty="0"/>
              <a:t> “Boost your skills and career with real projects &amp; mentorship from </a:t>
            </a:r>
            <a:r>
              <a:rPr lang="en-US" dirty="0" err="1"/>
              <a:t>CodeAlpha</a:t>
            </a:r>
            <a:r>
              <a:rPr lang="en-US" dirty="0"/>
              <a:t>!”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 #DigitalMarketing #InternshipOpportunities #LearnAndGrow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17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8EC9-638A-1299-14AE-E136E35C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Day 3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4046-4B8A-4304-2204-1091E228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Instagram</a:t>
            </a:r>
          </a:p>
          <a:p>
            <a:r>
              <a:rPr lang="en-US" b="1" dirty="0"/>
              <a:t>Post Idea:</a:t>
            </a:r>
            <a:r>
              <a:rPr lang="en-US" dirty="0"/>
              <a:t> Behind-the-scenes: Work Environment</a:t>
            </a:r>
          </a:p>
          <a:p>
            <a:r>
              <a:rPr lang="en-US" b="1" dirty="0"/>
              <a:t>Caption:</a:t>
            </a:r>
            <a:r>
              <a:rPr lang="en-US" dirty="0"/>
              <a:t> “Work, learn, and grow together at </a:t>
            </a:r>
            <a:r>
              <a:rPr lang="en-US" dirty="0" err="1"/>
              <a:t>CodeAlpha</a:t>
            </a:r>
            <a:r>
              <a:rPr lang="en-US" dirty="0"/>
              <a:t>! #TeamVibes #InternLife”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#CodeAlphaTeam #InternLife #CareerJourney #LearningExperience</a:t>
            </a:r>
          </a:p>
        </p:txBody>
      </p:sp>
    </p:spTree>
    <p:extLst>
      <p:ext uri="{BB962C8B-B14F-4D97-AF65-F5344CB8AC3E}">
        <p14:creationId xmlns:p14="http://schemas.microsoft.com/office/powerpoint/2010/main" val="59388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D668-9466-51A6-D43A-42764869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Day 4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71F86-6ABD-2B2E-D721-BC145CF4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LinkedIn</a:t>
            </a:r>
          </a:p>
          <a:p>
            <a:r>
              <a:rPr lang="en-US" b="1" dirty="0"/>
              <a:t>Post Idea:</a:t>
            </a:r>
            <a:r>
              <a:rPr lang="en-US" dirty="0"/>
              <a:t> Testimonial from past intern</a:t>
            </a:r>
          </a:p>
          <a:p>
            <a:r>
              <a:rPr lang="en-US" b="1" dirty="0"/>
              <a:t>Caption:</a:t>
            </a:r>
            <a:r>
              <a:rPr lang="en-US" dirty="0"/>
              <a:t> “Hear how </a:t>
            </a:r>
            <a:r>
              <a:rPr lang="en-US" dirty="0" err="1"/>
              <a:t>CodeAlpha</a:t>
            </a:r>
            <a:r>
              <a:rPr lang="en-US" dirty="0"/>
              <a:t> shaped my career! Real stories, real growth.”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 #InternFeedback #SuccessStories #DigitalSkills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174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A2A2-4B1F-CDA4-6A8F-2B046CC6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Day 5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52CAD-5BEF-EB43-B64B-1F34956B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Instagram</a:t>
            </a:r>
          </a:p>
          <a:p>
            <a:r>
              <a:rPr lang="en-US" b="1" dirty="0"/>
              <a:t>Post Idea:</a:t>
            </a:r>
            <a:r>
              <a:rPr lang="en-US" dirty="0"/>
              <a:t> Quick Tip: Social Media Branding</a:t>
            </a:r>
          </a:p>
          <a:p>
            <a:r>
              <a:rPr lang="en-US" b="1" dirty="0"/>
              <a:t>Caption:</a:t>
            </a:r>
            <a:r>
              <a:rPr lang="en-US" dirty="0"/>
              <a:t> “Boost your personal brand with these simple tips!”</a:t>
            </a:r>
          </a:p>
          <a:p>
            <a:r>
              <a:rPr lang="en-US" b="1" dirty="0"/>
              <a:t>Hashtags:</a:t>
            </a:r>
            <a:r>
              <a:rPr lang="en-US" dirty="0"/>
              <a:t> #DigitalMarketing #BrandingTips #CodeAlphaTips #CareerGrowth</a:t>
            </a:r>
          </a:p>
        </p:txBody>
      </p:sp>
    </p:spTree>
    <p:extLst>
      <p:ext uri="{BB962C8B-B14F-4D97-AF65-F5344CB8AC3E}">
        <p14:creationId xmlns:p14="http://schemas.microsoft.com/office/powerpoint/2010/main" val="20656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9D40-8EA3-F3B9-98D1-D978EB57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Day 6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2B29-33E1-597B-878D-0F0A79B2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LinkedIn</a:t>
            </a:r>
          </a:p>
          <a:p>
            <a:r>
              <a:rPr lang="en-US" b="1" dirty="0"/>
              <a:t>Post Idea:</a:t>
            </a:r>
            <a:r>
              <a:rPr lang="en-US" dirty="0"/>
              <a:t> Call-to-action for new interns</a:t>
            </a:r>
          </a:p>
          <a:p>
            <a:r>
              <a:rPr lang="en-US" b="1" dirty="0"/>
              <a:t>Caption:</a:t>
            </a:r>
            <a:r>
              <a:rPr lang="en-US" dirty="0"/>
              <a:t> “Apply now &amp; start your journey with </a:t>
            </a:r>
            <a:r>
              <a:rPr lang="en-US" dirty="0" err="1"/>
              <a:t>CodeAlpha</a:t>
            </a:r>
            <a:r>
              <a:rPr lang="en-US" dirty="0"/>
              <a:t> #InternshipOpenings”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 #Internship #CareerOpportunities #DigitalMarketing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6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AEFB0-2DD8-0507-23E7-B390A6CD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/>
              <a:t>Day 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78C6-EA08-E239-A8F5-E8ABC96F8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Platform:</a:t>
            </a:r>
            <a:r>
              <a:rPr lang="en-US" dirty="0"/>
              <a:t> Instagram</a:t>
            </a:r>
          </a:p>
          <a:p>
            <a:r>
              <a:rPr lang="en-US" b="1" dirty="0"/>
              <a:t>Post Idea:</a:t>
            </a:r>
            <a:r>
              <a:rPr lang="en-US" dirty="0"/>
              <a:t> Recap &amp; Engagement Post</a:t>
            </a:r>
          </a:p>
          <a:p>
            <a:r>
              <a:rPr lang="en-US" b="1" dirty="0"/>
              <a:t>Caption:</a:t>
            </a:r>
            <a:r>
              <a:rPr lang="en-US" dirty="0"/>
              <a:t> “Which project excites you the most? Comment below! #LearningJourney”</a:t>
            </a:r>
          </a:p>
          <a:p>
            <a:r>
              <a:rPr lang="en-US" b="1" dirty="0"/>
              <a:t>Hashtags:</a:t>
            </a:r>
            <a:r>
              <a:rPr lang="en-US" dirty="0"/>
              <a:t> #CodeAlpha #EngagementPost #CareerGrowth #DigitalSkills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30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4664</TotalTime>
  <Words>300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Task 1 – Social Media Campaign Design (7-Day Content Calendar</vt:lpstr>
      <vt:lpstr>Day 2 </vt:lpstr>
      <vt:lpstr>Day 3 </vt:lpstr>
      <vt:lpstr> Day 4 </vt:lpstr>
      <vt:lpstr>Day 5 </vt:lpstr>
      <vt:lpstr> Day 6 </vt:lpstr>
      <vt:lpstr>Day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2025-11-20T10:48:25Z</dcterms:created>
  <dcterms:modified xsi:type="dcterms:W3CDTF">2025-12-16T10:39:47Z</dcterms:modified>
</cp:coreProperties>
</file>